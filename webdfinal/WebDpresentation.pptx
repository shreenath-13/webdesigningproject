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enath Srivastava" userId="717d05058ac8cbdd" providerId="LiveId" clId="{9D69B1C1-ABA4-4747-A98A-A6CCF7EF6465}"/>
    <pc:docChg chg="modSld">
      <pc:chgData name="Shreenath Srivastava" userId="717d05058ac8cbdd" providerId="LiveId" clId="{9D69B1C1-ABA4-4747-A98A-A6CCF7EF6465}" dt="2025-12-11T00:44:03.446" v="19" actId="113"/>
      <pc:docMkLst>
        <pc:docMk/>
      </pc:docMkLst>
      <pc:sldChg chg="modSp mod">
        <pc:chgData name="Shreenath Srivastava" userId="717d05058ac8cbdd" providerId="LiveId" clId="{9D69B1C1-ABA4-4747-A98A-A6CCF7EF6465}" dt="2025-12-11T00:42:43.939" v="4" actId="1076"/>
        <pc:sldMkLst>
          <pc:docMk/>
          <pc:sldMk cId="1300154266" sldId="256"/>
        </pc:sldMkLst>
        <pc:spChg chg="mod">
          <ac:chgData name="Shreenath Srivastava" userId="717d05058ac8cbdd" providerId="LiveId" clId="{9D69B1C1-ABA4-4747-A98A-A6CCF7EF6465}" dt="2025-12-11T00:41:44.200" v="0" actId="2711"/>
          <ac:spMkLst>
            <pc:docMk/>
            <pc:sldMk cId="1300154266" sldId="256"/>
            <ac:spMk id="2" creationId="{7F8BEDF7-7D3B-CC1D-D0AD-B2E8FE2248CE}"/>
          </ac:spMkLst>
        </pc:spChg>
        <pc:spChg chg="mod">
          <ac:chgData name="Shreenath Srivastava" userId="717d05058ac8cbdd" providerId="LiveId" clId="{9D69B1C1-ABA4-4747-A98A-A6CCF7EF6465}" dt="2025-12-11T00:42:28.190" v="2" actId="255"/>
          <ac:spMkLst>
            <pc:docMk/>
            <pc:sldMk cId="1300154266" sldId="256"/>
            <ac:spMk id="3" creationId="{A8342B1A-3F66-D583-1F35-5EEEF42E40B3}"/>
          </ac:spMkLst>
        </pc:spChg>
        <pc:spChg chg="mod">
          <ac:chgData name="Shreenath Srivastava" userId="717d05058ac8cbdd" providerId="LiveId" clId="{9D69B1C1-ABA4-4747-A98A-A6CCF7EF6465}" dt="2025-12-11T00:42:43.939" v="4" actId="1076"/>
          <ac:spMkLst>
            <pc:docMk/>
            <pc:sldMk cId="1300154266" sldId="256"/>
            <ac:spMk id="4" creationId="{42EE38DE-635D-2F4E-91DF-BC5DE435432A}"/>
          </ac:spMkLst>
        </pc:spChg>
      </pc:sldChg>
      <pc:sldChg chg="modSp mod">
        <pc:chgData name="Shreenath Srivastava" userId="717d05058ac8cbdd" providerId="LiveId" clId="{9D69B1C1-ABA4-4747-A98A-A6CCF7EF6465}" dt="2025-12-11T00:43:17.183" v="9" actId="255"/>
        <pc:sldMkLst>
          <pc:docMk/>
          <pc:sldMk cId="3151320041" sldId="257"/>
        </pc:sldMkLst>
        <pc:spChg chg="mod">
          <ac:chgData name="Shreenath Srivastava" userId="717d05058ac8cbdd" providerId="LiveId" clId="{9D69B1C1-ABA4-4747-A98A-A6CCF7EF6465}" dt="2025-12-11T00:43:02.219" v="6" actId="2711"/>
          <ac:spMkLst>
            <pc:docMk/>
            <pc:sldMk cId="3151320041" sldId="257"/>
            <ac:spMk id="8" creationId="{53BE95BE-BFA5-5268-15A6-865FADEFC5CF}"/>
          </ac:spMkLst>
        </pc:spChg>
        <pc:spChg chg="mod">
          <ac:chgData name="Shreenath Srivastava" userId="717d05058ac8cbdd" providerId="LiveId" clId="{9D69B1C1-ABA4-4747-A98A-A6CCF7EF6465}" dt="2025-12-11T00:43:17.183" v="9" actId="255"/>
          <ac:spMkLst>
            <pc:docMk/>
            <pc:sldMk cId="3151320041" sldId="257"/>
            <ac:spMk id="9" creationId="{4AB47F65-1F55-A56A-B336-CA4F7C2086B9}"/>
          </ac:spMkLst>
        </pc:spChg>
      </pc:sldChg>
      <pc:sldChg chg="modSp mod">
        <pc:chgData name="Shreenath Srivastava" userId="717d05058ac8cbdd" providerId="LiveId" clId="{9D69B1C1-ABA4-4747-A98A-A6CCF7EF6465}" dt="2025-12-11T00:43:42.801" v="15" actId="2711"/>
        <pc:sldMkLst>
          <pc:docMk/>
          <pc:sldMk cId="907011066" sldId="258"/>
        </pc:sldMkLst>
        <pc:spChg chg="mod">
          <ac:chgData name="Shreenath Srivastava" userId="717d05058ac8cbdd" providerId="LiveId" clId="{9D69B1C1-ABA4-4747-A98A-A6CCF7EF6465}" dt="2025-12-11T00:43:32.921" v="12" actId="255"/>
          <ac:spMkLst>
            <pc:docMk/>
            <pc:sldMk cId="907011066" sldId="258"/>
            <ac:spMk id="10" creationId="{95F37829-319E-DB32-2C55-EB8176DFB8D7}"/>
          </ac:spMkLst>
        </pc:spChg>
        <pc:spChg chg="mod">
          <ac:chgData name="Shreenath Srivastava" userId="717d05058ac8cbdd" providerId="LiveId" clId="{9D69B1C1-ABA4-4747-A98A-A6CCF7EF6465}" dt="2025-12-11T00:43:42.801" v="15" actId="2711"/>
          <ac:spMkLst>
            <pc:docMk/>
            <pc:sldMk cId="907011066" sldId="258"/>
            <ac:spMk id="11" creationId="{55CFE0CC-7F0A-59E0-79C2-733EFA0733BD}"/>
          </ac:spMkLst>
        </pc:spChg>
      </pc:sldChg>
      <pc:sldChg chg="modSp mod">
        <pc:chgData name="Shreenath Srivastava" userId="717d05058ac8cbdd" providerId="LiveId" clId="{9D69B1C1-ABA4-4747-A98A-A6CCF7EF6465}" dt="2025-12-11T00:43:56.538" v="18" actId="113"/>
        <pc:sldMkLst>
          <pc:docMk/>
          <pc:sldMk cId="3394587104" sldId="259"/>
        </pc:sldMkLst>
        <pc:spChg chg="mod">
          <ac:chgData name="Shreenath Srivastava" userId="717d05058ac8cbdd" providerId="LiveId" clId="{9D69B1C1-ABA4-4747-A98A-A6CCF7EF6465}" dt="2025-12-11T00:43:56.538" v="18" actId="113"/>
          <ac:spMkLst>
            <pc:docMk/>
            <pc:sldMk cId="3394587104" sldId="259"/>
            <ac:spMk id="6" creationId="{9C19DC7D-BF8B-8EB1-37F4-ACC0C60B303C}"/>
          </ac:spMkLst>
        </pc:spChg>
      </pc:sldChg>
      <pc:sldChg chg="modSp mod">
        <pc:chgData name="Shreenath Srivastava" userId="717d05058ac8cbdd" providerId="LiveId" clId="{9D69B1C1-ABA4-4747-A98A-A6CCF7EF6465}" dt="2025-12-11T00:44:03.446" v="19" actId="113"/>
        <pc:sldMkLst>
          <pc:docMk/>
          <pc:sldMk cId="3770325255" sldId="260"/>
        </pc:sldMkLst>
        <pc:spChg chg="mod">
          <ac:chgData name="Shreenath Srivastava" userId="717d05058ac8cbdd" providerId="LiveId" clId="{9D69B1C1-ABA4-4747-A98A-A6CCF7EF6465}" dt="2025-12-11T00:44:03.446" v="19" actId="113"/>
          <ac:spMkLst>
            <pc:docMk/>
            <pc:sldMk cId="3770325255" sldId="260"/>
            <ac:spMk id="2" creationId="{B93442C0-DC5A-C80A-7E45-D483819925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6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3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1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58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5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90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92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5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95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389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240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46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655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760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741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3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84F52-1F3C-4A8E-8378-1CB753FCD30D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89085-853B-44CD-B439-D3A90A0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372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EDF7-7D3B-CC1D-D0AD-B2E8FE224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4529" y="358063"/>
            <a:ext cx="7949381" cy="80214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Web designing project</a:t>
            </a:r>
            <a:endParaRPr lang="en-IN" sz="4000" dirty="0">
              <a:latin typeface="Forte" panose="03060902040502070203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42B1A-3F66-D583-1F35-5EEEF42E4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7523" y="1262627"/>
            <a:ext cx="6582696" cy="6858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Monotype Corsiva" panose="03010101010201010101" pitchFamily="66" charset="0"/>
              </a:rPr>
              <a:t>Topic : Sweet Shop</a:t>
            </a:r>
            <a:endParaRPr lang="en-IN" sz="4000" dirty="0">
              <a:latin typeface="Monotype Corsiva" panose="03010101010201010101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E38DE-635D-2F4E-91DF-BC5DE435432A}"/>
              </a:ext>
            </a:extLst>
          </p:cNvPr>
          <p:cNvSpPr txBox="1"/>
          <p:nvPr/>
        </p:nvSpPr>
        <p:spPr>
          <a:xfrm>
            <a:off x="8239432" y="3706762"/>
            <a:ext cx="37609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Name : Shreenath Srivastava</a:t>
            </a:r>
          </a:p>
          <a:p>
            <a:r>
              <a:rPr lang="en-US" sz="2000" dirty="0"/>
              <a:t>Roll no. : 202501101400049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0015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food website&#10;&#10;AI-generated content may be incorrect.">
            <a:extLst>
              <a:ext uri="{FF2B5EF4-FFF2-40B4-BE49-F238E27FC236}">
                <a16:creationId xmlns:a16="http://schemas.microsoft.com/office/drawing/2014/main" id="{31105B4B-FD77-6D43-6160-7BCDCE85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9" y="238844"/>
            <a:ext cx="7083926" cy="3389260"/>
          </a:xfrm>
          <a:prstGeom prst="rect">
            <a:avLst/>
          </a:prstGeom>
        </p:spPr>
      </p:pic>
      <p:pic>
        <p:nvPicPr>
          <p:cNvPr id="7" name="Picture 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22D259B9-3178-816E-6CF4-D08A03220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51" y="4134305"/>
            <a:ext cx="4887007" cy="2286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BE95BE-BFA5-5268-15A6-865FADEFC5CF}"/>
              </a:ext>
            </a:extLst>
          </p:cNvPr>
          <p:cNvSpPr txBox="1"/>
          <p:nvPr/>
        </p:nvSpPr>
        <p:spPr>
          <a:xfrm>
            <a:off x="8357419" y="1248697"/>
            <a:ext cx="2395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onotype Corsiva" panose="03010101010201010101" pitchFamily="66" charset="0"/>
              </a:rPr>
              <a:t>Sweet Treats Home page</a:t>
            </a:r>
            <a:endParaRPr lang="en-IN" sz="2000" dirty="0">
              <a:latin typeface="Monotype Corsiva" panose="03010101010201010101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47F65-1F55-A56A-B336-CA4F7C2086B9}"/>
              </a:ext>
            </a:extLst>
          </p:cNvPr>
          <p:cNvSpPr txBox="1"/>
          <p:nvPr/>
        </p:nvSpPr>
        <p:spPr>
          <a:xfrm>
            <a:off x="8357419" y="4908132"/>
            <a:ext cx="2805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Monotype Corsiva" panose="03010101010201010101" pitchFamily="66" charset="0"/>
              </a:rPr>
              <a:t>Navigation Bar Snippet</a:t>
            </a:r>
            <a:endParaRPr lang="en-IN" sz="24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32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74EC308-E8B3-214E-2506-AB1AF2AD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21" r="24290"/>
          <a:stretch>
            <a:fillRect/>
          </a:stretch>
        </p:blipFill>
        <p:spPr>
          <a:xfrm>
            <a:off x="304800" y="157316"/>
            <a:ext cx="3411794" cy="4188541"/>
          </a:xfrm>
          <a:prstGeom prst="rect">
            <a:avLst/>
          </a:prstGeom>
        </p:spPr>
      </p:pic>
      <p:pic>
        <p:nvPicPr>
          <p:cNvPr id="9" name="Picture 8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40275901-6289-232F-1A05-EC6926F20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421" y="157316"/>
            <a:ext cx="5594394" cy="472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F37829-319E-DB32-2C55-EB8176DFB8D7}"/>
              </a:ext>
            </a:extLst>
          </p:cNvPr>
          <p:cNvSpPr txBox="1"/>
          <p:nvPr/>
        </p:nvSpPr>
        <p:spPr>
          <a:xfrm>
            <a:off x="1197814" y="5663381"/>
            <a:ext cx="1348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Monotype Corsiva" panose="03010101010201010101" pitchFamily="66" charset="0"/>
              </a:rPr>
              <a:t>Login Screen</a:t>
            </a:r>
            <a:endParaRPr lang="en-IN" sz="2000" b="1" dirty="0">
              <a:latin typeface="Monotype Corsiva" panose="03010101010201010101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FE0CC-7F0A-59E0-79C2-733EFA0733BD}"/>
              </a:ext>
            </a:extLst>
          </p:cNvPr>
          <p:cNvSpPr txBox="1"/>
          <p:nvPr/>
        </p:nvSpPr>
        <p:spPr>
          <a:xfrm>
            <a:off x="7728155" y="5663381"/>
            <a:ext cx="2095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Monotype Corsiva" panose="03010101010201010101" pitchFamily="66" charset="0"/>
              </a:rPr>
              <a:t>Login Screen Snippet</a:t>
            </a:r>
            <a:endParaRPr lang="en-IN" sz="20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01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ntact us form&#10;&#10;AI-generated content may be incorrect.">
            <a:extLst>
              <a:ext uri="{FF2B5EF4-FFF2-40B4-BE49-F238E27FC236}">
                <a16:creationId xmlns:a16="http://schemas.microsoft.com/office/drawing/2014/main" id="{80D63915-39E1-F115-DB90-CAFCC0ABB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86" y="344128"/>
            <a:ext cx="4440427" cy="5048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19DC7D-BF8B-8EB1-37F4-ACC0C60B303C}"/>
              </a:ext>
            </a:extLst>
          </p:cNvPr>
          <p:cNvSpPr txBox="1"/>
          <p:nvPr/>
        </p:nvSpPr>
        <p:spPr>
          <a:xfrm>
            <a:off x="6282813" y="2790042"/>
            <a:ext cx="3901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otype Corsiva" panose="03010101010201010101" pitchFamily="66" charset="0"/>
              </a:rPr>
              <a:t>Contact Us Anytime</a:t>
            </a:r>
          </a:p>
          <a:p>
            <a:pPr algn="ctr"/>
            <a:r>
              <a:rPr lang="en-US" sz="2000" b="1" dirty="0">
                <a:latin typeface="Monotype Corsiva" panose="03010101010201010101" pitchFamily="66" charset="0"/>
              </a:rPr>
              <a:t>We Are Welcome To Help You</a:t>
            </a:r>
            <a:endParaRPr lang="en-IN" sz="20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58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42C0-DC5A-C80A-7E45-D4838199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703" y="2701328"/>
            <a:ext cx="8610600" cy="1293028"/>
          </a:xfrm>
        </p:spPr>
        <p:txBody>
          <a:bodyPr/>
          <a:lstStyle/>
          <a:p>
            <a:pPr algn="ctr"/>
            <a:r>
              <a:rPr lang="en-US" b="1" dirty="0">
                <a:latin typeface="Forte" panose="03060902040502070203" pitchFamily="66" charset="0"/>
              </a:rPr>
              <a:t>Thank you</a:t>
            </a:r>
            <a:endParaRPr lang="en-IN" b="1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32525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32</TotalTime>
  <Words>39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Forte</vt:lpstr>
      <vt:lpstr>Monotype Corsiva</vt:lpstr>
      <vt:lpstr>Vapor Trail</vt:lpstr>
      <vt:lpstr>Web designing project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Shreenath Srivastava</dc:creator>
  <cp:lastModifiedBy>Shreenath Srivastava</cp:lastModifiedBy>
  <cp:revision>1</cp:revision>
  <dcterms:created xsi:type="dcterms:W3CDTF">2025-12-11T00:09:38Z</dcterms:created>
  <dcterms:modified xsi:type="dcterms:W3CDTF">2025-12-11T00:44:03Z</dcterms:modified>
</cp:coreProperties>
</file>